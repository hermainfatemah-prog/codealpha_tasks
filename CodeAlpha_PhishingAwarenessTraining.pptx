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42337"/>
                </a:solidFill>
              </a:defRPr>
            </a:pPr>
            <a:r>
              <a:t>Phishing Awareness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5064"/>
                </a:solidFill>
              </a:defRPr>
            </a:pPr>
            <a:r>
              <a:t>Recognize • Verify •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D37"/>
                </a:solidFill>
              </a:defRPr>
            </a:pPr>
            <a:r>
              <a:t>CodeAlpha Cyber Security Internship</a:t>
            </a:r>
            <a:br/>
            <a:r>
              <a:t>Task 2 —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1.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Understand what phishing is and why it works.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Recognize common warning signs in emails, messages, and websites.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Understand social-engineering tactics used to create urgency or trust.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Use safe verification habits before clicking, signing in, or sharing information.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Know what to do after receiving or interacting with a suspicious message.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CodeAlpha Cyber Security Internship  •  Phishing Awareness Training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2. What Is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Phishing is a social-engineering attack designed to trick people into revealing information, clicking malicious links, opening harmful files, or sending money.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Attackers commonly impersonate trusted organizations, coworkers, banks, delivery services, or online platforms.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Phishing can arrive through email, SMS, social media, messaging apps, phone calls, or fake websites.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The attacker’s goal is usually to steal credentials, personal information, financial data, or access to an account.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CodeAlpha Cyber Security Internship  •  Phishing Awareness Training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3. Common Phishing Warning 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Unexpected urgency: “Act now”, “Your account will be closed”, or “Payment is required today.”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Suspicious sender address or a domain that is slightly different from the real organization.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Unexpected attachments or links, especially when you were not expecting a file.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Requests for passwords, verification codes, bank details, or other sensitive information.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Poor grammar, unusual wording, or a message that does not match the normal communication style.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A reward, refund, warning, or emergency designed to make you act before thinking.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CodeAlpha Cyber Security Internship  •  Phishing Awareness Training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4. Spotting Fake Websites &amp; URLs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Do not trust a familiar logo or page design by itself; attackers can copy them.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Check the actual domain name carefully. Look for misspellings, extra words, or deceptive subdomains.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Be cautious when a link asks you to log in immediately after an unexpected message.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Instead of using the message link, open the organization’s official app or type its known website address yourself.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HTTPS encrypts a connection, but HTTPS alone does NOT prove that a website is legitimate.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CodeAlpha Cyber Security Internship  •  Phishing Awareness Training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5. Social Engineering Tactics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Authority: pretending to be a manager, bank, teacher, or IT administrator.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Urgency: creating a short deadline so the victim skips verification.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Fear: threatening account suspension, legal action, or financial loss.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Curiosity: using a surprising document, photo, or message to trigger a click.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Reward: offering prizes, refunds, jobs, discounts, or exclusive opportunities.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Trust: using personal details or familiar branding to make the request look genuine.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CodeAlpha Cyber Security Internship  •  Phishing Awareness Training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6. Real-World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Twitter account takeover (2020): attackers used social engineering to gain access to internal tools and then targeted high-profile accounts.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Business Email Compromise (BEC): attackers impersonate executives or vendors and pressure employees to make unauthorized payments.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Credential phishing: fake Microsoft 365, Google, banking, or social-media login pages can capture usernames and passwords.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Key lesson: technical controls help, but attackers often target human trust and decision-making.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CodeAlpha Cyber Security Internship  •  Phishing Awareness Training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7.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Pause before acting on unexpected requests.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Verify unusual requests using a separate trusted channel.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Use multi-factor authentication (MFA) where available.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Use a password manager and avoid reusing passwords.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Keep your operating system, browser, and security software updated.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Report suspicious messages instead of forwarding or interacting with them.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If you clicked a suspicious link, report it promptly and change affected credentials if needed.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CodeAlpha Cyber Security Internship  •  Phishing Awareness Training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8. Interactive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232D37"/>
                </a:solidFill>
              </a:defRPr>
            </a:pPr>
            <a:r>
              <a:t>Q1. You receive an unexpected message saying your account will be locked in 10 minutes. What should you do?</a:t>
            </a:r>
          </a:p>
          <a:p>
            <a:pPr lvl="1">
              <a:spcAft>
                <a:spcPts val="600"/>
              </a:spcAft>
              <a:defRPr sz="1300">
                <a:solidFill>
                  <a:srgbClr val="232D37"/>
                </a:solidFill>
              </a:defRPr>
            </a:pPr>
            <a:r>
              <a:t>A. Click immediately</a:t>
            </a:r>
          </a:p>
          <a:p>
            <a:pPr lvl="1">
              <a:spcAft>
                <a:spcPts val="600"/>
              </a:spcAft>
              <a:defRPr sz="1300">
                <a:solidFill>
                  <a:srgbClr val="232D37"/>
                </a:solidFill>
              </a:defRPr>
            </a:pPr>
            <a:r>
              <a:t>B. Verify through the official app/website</a:t>
            </a:r>
          </a:p>
          <a:p>
            <a:pPr lvl="1">
              <a:spcAft>
                <a:spcPts val="600"/>
              </a:spcAft>
              <a:defRPr sz="1300">
                <a:solidFill>
                  <a:srgbClr val="232D37"/>
                </a:solidFill>
              </a:defRPr>
            </a:pPr>
            <a:r>
              <a:t>C. Reply with your password</a:t>
            </a:r>
          </a:p>
          <a:p>
            <a:pPr>
              <a:spcAft>
                <a:spcPts val="1200"/>
              </a:spcAft>
              <a:defRPr sz="1600" b="0">
                <a:solidFill>
                  <a:srgbClr val="232D37"/>
                </a:solidFill>
              </a:defRPr>
            </a:pPr>
            <a:r>
              <a:t>Q2. Which is the strongest warning sign?</a:t>
            </a:r>
          </a:p>
          <a:p>
            <a:pPr lvl="1">
              <a:spcAft>
                <a:spcPts val="600"/>
              </a:spcAft>
              <a:defRPr sz="1300">
                <a:solidFill>
                  <a:srgbClr val="232D37"/>
                </a:solidFill>
              </a:defRPr>
            </a:pPr>
            <a:r>
              <a:t>A. An unexpected request for a login code</a:t>
            </a:r>
          </a:p>
          <a:p>
            <a:pPr lvl="1">
              <a:spcAft>
                <a:spcPts val="600"/>
              </a:spcAft>
              <a:defRPr sz="1300">
                <a:solidFill>
                  <a:srgbClr val="232D37"/>
                </a:solidFill>
              </a:defRPr>
            </a:pPr>
            <a:r>
              <a:t>B. A normal newsletter you subscribed to</a:t>
            </a:r>
          </a:p>
          <a:p>
            <a:pPr lvl="1">
              <a:spcAft>
                <a:spcPts val="600"/>
              </a:spcAft>
              <a:defRPr sz="1300">
                <a:solidFill>
                  <a:srgbClr val="232D37"/>
                </a:solidFill>
              </a:defRPr>
            </a:pPr>
            <a:r>
              <a:t>C. A message from a known contact you expected</a:t>
            </a:r>
          </a:p>
          <a:p>
            <a:pPr>
              <a:spcAft>
                <a:spcPts val="1200"/>
              </a:spcAft>
              <a:defRPr sz="1600" b="0">
                <a:solidFill>
                  <a:srgbClr val="232D37"/>
                </a:solidFill>
              </a:defRPr>
            </a:pPr>
            <a:r>
              <a:t>Q3. Does HTTPS alone prove a website is legitimate?</a:t>
            </a:r>
          </a:p>
          <a:p>
            <a:pPr lvl="1">
              <a:spcAft>
                <a:spcPts val="600"/>
              </a:spcAft>
              <a:defRPr sz="1300">
                <a:solidFill>
                  <a:srgbClr val="232D37"/>
                </a:solidFill>
              </a:defRPr>
            </a:pPr>
            <a:r>
              <a:t>A. Yes</a:t>
            </a:r>
          </a:p>
          <a:p>
            <a:pPr lvl="1">
              <a:spcAft>
                <a:spcPts val="600"/>
              </a:spcAft>
              <a:defRPr sz="1300">
                <a:solidFill>
                  <a:srgbClr val="232D37"/>
                </a:solidFill>
              </a:defRPr>
            </a:pPr>
            <a:r>
              <a:t>B.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CodeAlpha Cyber Security Internship  •  Phishing Awareness Training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9. Quiz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Q1 → B: Verify through the organization’s official app or website.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Q2 → A: Unexpected requests for login codes or sensitive information are a major warning sign.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Q3 → B: HTTPS protects the connection, but a phishing site can also use HTTPS.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Remember: Stop • Check • Verify •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CodeAlpha Cyber Security Internship  •  Phishing Awareness Training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10. What To Do If You Clicked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D37"/>
                </a:solidFill>
              </a:defRPr>
            </a:pPr>
            <a:r>
              <a:t>Stop interacting with the suspicious page or message.</a:t>
            </a:r>
          </a:p>
          <a:p>
            <a:pPr>
              <a:spcAft>
                <a:spcPts val="1200"/>
              </a:spcAft>
              <a:defRPr sz="1800" b="0">
                <a:solidFill>
                  <a:srgbClr val="232D37"/>
                </a:solidFill>
              </a:defRPr>
            </a:pPr>
            <a:r>
              <a:t>If you entered a password, change it from the legitimate service and change it anywhere it was reused.</a:t>
            </a:r>
          </a:p>
          <a:p>
            <a:pPr>
              <a:spcAft>
                <a:spcPts val="1200"/>
              </a:spcAft>
              <a:defRPr sz="1800" b="0">
                <a:solidFill>
                  <a:srgbClr val="232D37"/>
                </a:solidFill>
              </a:defRPr>
            </a:pPr>
            <a:r>
              <a:t>Enable MFA if it is not already enabled.</a:t>
            </a:r>
          </a:p>
          <a:p>
            <a:pPr>
              <a:spcAft>
                <a:spcPts val="1200"/>
              </a:spcAft>
              <a:defRPr sz="1800" b="0">
                <a:solidFill>
                  <a:srgbClr val="232D37"/>
                </a:solidFill>
              </a:defRPr>
            </a:pPr>
            <a:r>
              <a:t>If financial information was exposed, contact the relevant bank/payment provider through an official channel.</a:t>
            </a:r>
          </a:p>
          <a:p>
            <a:pPr>
              <a:spcAft>
                <a:spcPts val="1200"/>
              </a:spcAft>
              <a:defRPr sz="1800" b="0">
                <a:solidFill>
                  <a:srgbClr val="232D37"/>
                </a:solidFill>
              </a:defRPr>
            </a:pPr>
            <a:r>
              <a:t>Report the phishing message to your organization or service provider.</a:t>
            </a:r>
          </a:p>
          <a:p>
            <a:pPr>
              <a:spcAft>
                <a:spcPts val="1200"/>
              </a:spcAft>
              <a:defRPr sz="1800" b="0">
                <a:solidFill>
                  <a:srgbClr val="232D37"/>
                </a:solidFill>
              </a:defRPr>
            </a:pPr>
            <a:r>
              <a:t>If malware may have been downloaded, disconnect the affected device from the network and contact IT/security support.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CodeAlpha Cyber Security Internship  •  Phishing Awareness Training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11. Conclusion &amp; 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232D37"/>
                </a:solidFill>
              </a:defRPr>
            </a:pPr>
            <a:r>
              <a:t>Phishing attacks exploit human trust, urgency, fear, curiosity, and authority.</a:t>
            </a:r>
          </a:p>
          <a:p>
            <a:pPr>
              <a:spcAft>
                <a:spcPts val="1200"/>
              </a:spcAft>
              <a:defRPr sz="1600" b="0">
                <a:solidFill>
                  <a:srgbClr val="232D37"/>
                </a:solidFill>
              </a:defRPr>
            </a:pPr>
            <a:r>
              <a:t>The safest habit is to pause and verify unexpected requests independently.</a:t>
            </a:r>
          </a:p>
          <a:p>
            <a:pPr>
              <a:spcAft>
                <a:spcPts val="1200"/>
              </a:spcAft>
              <a:defRPr sz="1600" b="0">
                <a:solidFill>
                  <a:srgbClr val="232D37"/>
                </a:solidFill>
              </a:defRPr>
            </a:pPr>
            <a:r>
              <a:t>Never share passwords or one-time verification codes because someone asked unexpectedly.</a:t>
            </a:r>
          </a:p>
          <a:p>
            <a:pPr>
              <a:spcAft>
                <a:spcPts val="1200"/>
              </a:spcAft>
              <a:defRPr sz="1600" b="0">
                <a:solidFill>
                  <a:srgbClr val="232D37"/>
                </a:solidFill>
              </a:defRPr>
            </a:pPr>
            <a:r>
              <a:t>When in doubt: do not click, verify through a trusted channel, and report the message.</a:t>
            </a:r>
          </a:p>
          <a:p>
            <a:pPr>
              <a:spcAft>
                <a:spcPts val="1200"/>
              </a:spcAft>
              <a:defRPr sz="1600" b="0">
                <a:solidFill>
                  <a:srgbClr val="232D37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232D37"/>
                </a:solidFill>
              </a:defRPr>
            </a:pPr>
            <a:r>
              <a:t>Reference resources:</a:t>
            </a:r>
          </a:p>
          <a:p>
            <a:pPr>
              <a:spcAft>
                <a:spcPts val="1200"/>
              </a:spcAft>
              <a:defRPr sz="1600" b="0">
                <a:solidFill>
                  <a:srgbClr val="232D37"/>
                </a:solidFill>
              </a:defRPr>
            </a:pPr>
            <a:r>
              <a:t>CISA — Phishing Guidance: https://www.cisa.gov/topics/cyber-threats-and-advisories/phishing</a:t>
            </a:r>
          </a:p>
          <a:p>
            <a:pPr>
              <a:spcAft>
                <a:spcPts val="1200"/>
              </a:spcAft>
              <a:defRPr sz="1600" b="0">
                <a:solidFill>
                  <a:srgbClr val="232D37"/>
                </a:solidFill>
              </a:defRPr>
            </a:pPr>
            <a:r>
              <a:t>FTC — Phishing Scams: https://consumer.ftc.gov/articles/how-recognize-and-avoid-phishing-scams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CodeAlpha Cyber Security Internship  •  Phishing Awareness Training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